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Library Management System</a:t>
            </a:r>
          </a:p>
          <a:p>
            <a:r>
              <a:t>(Micro Project)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console-based Library Management System that manages books, issues, and returns using JSON persistence.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Add, remove, search books</a:t>
            </a:r>
          </a:p>
          <a:p>
            <a:r>
              <a:t>• Issue and return books</a:t>
            </a:r>
          </a:p>
          <a:p>
            <a:r>
              <a:t>• List books and issues</a:t>
            </a:r>
          </a:p>
          <a:p>
            <a:r>
              <a:t>• JSON storage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main.py  → CLI &amp; menu</a:t>
            </a:r>
          </a:p>
          <a:p>
            <a:r>
              <a:t>library.py → Core logic &amp; JSON I/O</a:t>
            </a:r>
          </a:p>
          <a:p>
            <a:r>
              <a:t>data.json → Persistent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library.py:</a:t>
            </a:r>
          </a:p>
          <a:p>
            <a:r>
              <a:t> • add_book, remove_book</a:t>
            </a:r>
          </a:p>
          <a:p>
            <a:r>
              <a:t> • issue_book, return_book</a:t>
            </a:r>
          </a:p>
          <a:p>
            <a:r>
              <a:t> • load/save JSON</a:t>
            </a:r>
          </a:p>
          <a:p/>
          <a:p>
            <a:r>
              <a:t>main.py:</a:t>
            </a:r>
          </a:p>
          <a:p>
            <a:r>
              <a:t> • Menu UI</a:t>
            </a:r>
          </a:p>
          <a:p>
            <a:r>
              <a:t> • User interaction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Added book</a:t>
            </a:r>
          </a:p>
          <a:p>
            <a:r>
              <a:t>• Issued book</a:t>
            </a:r>
          </a:p>
          <a:p>
            <a:r>
              <a:t>• Listed books</a:t>
            </a:r>
          </a:p>
          <a:p>
            <a:r>
              <a:t>• Returned book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